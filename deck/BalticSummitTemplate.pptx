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2"/>
  </p:notesMasterIdLst>
  <p:sldIdLst>
    <p:sldId id="256" r:id="rId5"/>
    <p:sldId id="272" r:id="rId6"/>
    <p:sldId id="259" r:id="rId7"/>
    <p:sldId id="258" r:id="rId8"/>
    <p:sldId id="266" r:id="rId9"/>
    <p:sldId id="265" r:id="rId10"/>
    <p:sldId id="260" r:id="rId11"/>
    <p:sldId id="261" r:id="rId12"/>
    <p:sldId id="262" r:id="rId13"/>
    <p:sldId id="263" r:id="rId14"/>
    <p:sldId id="264" r:id="rId15"/>
    <p:sldId id="267" r:id="rId16"/>
    <p:sldId id="268" r:id="rId17"/>
    <p:sldId id="269" r:id="rId18"/>
    <p:sldId id="270" r:id="rId19"/>
    <p:sldId id="271" r:id="rId20"/>
    <p:sldId id="25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376E"/>
    <a:srgbClr val="E3E6EB"/>
    <a:srgbClr val="FFFF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C9105-4CD2-4630-AFB2-C064C04D8042}" v="222" dt="2026-09-06T18:47:52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CE-4753-837E-AA10E74260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CE-4753-837E-AA10E74260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CE-4753-837E-AA10E7426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17736063"/>
        <c:axId val="1508545071"/>
      </c:barChart>
      <c:catAx>
        <c:axId val="1517736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8545071"/>
        <c:crosses val="autoZero"/>
        <c:auto val="1"/>
        <c:lblAlgn val="ctr"/>
        <c:lblOffset val="100"/>
        <c:noMultiLvlLbl val="0"/>
      </c:catAx>
      <c:valAx>
        <c:axId val="15085450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7736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0F5EE-325B-4BA9-A28A-BD17E69482C0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4BF0C-4E00-4C17-828E-D4FB886C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13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063A706D-2720-D5B7-316F-011266F16F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038" y="901700"/>
            <a:ext cx="11557001" cy="546553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811E9B-17E7-2589-9C90-C1347E1B9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A432EF-84C7-BC4A-EAB3-B72C846A39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67" y="1305645"/>
            <a:ext cx="10320866" cy="2387600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A5C79E-D038-22B3-B9D8-4AAC57D6F5E8}"/>
              </a:ext>
            </a:extLst>
          </p:cNvPr>
          <p:cNvSpPr txBox="1"/>
          <p:nvPr userDrawn="1"/>
        </p:nvSpPr>
        <p:spPr>
          <a:xfrm>
            <a:off x="9962194" y="63246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1031833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>
            <a:extLst>
              <a:ext uri="{FF2B5EF4-FFF2-40B4-BE49-F238E27FC236}">
                <a16:creationId xmlns:a16="http://schemas.microsoft.com/office/drawing/2014/main" id="{7BC48D2D-20F1-784F-0F90-9C1262A5B05E}"/>
              </a:ext>
            </a:extLst>
          </p:cNvPr>
          <p:cNvSpPr/>
          <p:nvPr userDrawn="1"/>
        </p:nvSpPr>
        <p:spPr>
          <a:xfrm>
            <a:off x="6089650" y="908050"/>
            <a:ext cx="5761038" cy="5689599"/>
          </a:xfrm>
          <a:prstGeom prst="roundRect">
            <a:avLst>
              <a:gd name="adj" fmla="val 7123"/>
            </a:avLst>
          </a:prstGeom>
          <a:gradFill>
            <a:gsLst>
              <a:gs pos="0">
                <a:srgbClr val="5E8AA7"/>
              </a:gs>
              <a:gs pos="16000">
                <a:srgbClr val="618BA5"/>
              </a:gs>
              <a:gs pos="79000">
                <a:srgbClr val="DAAE7D"/>
              </a:gs>
              <a:gs pos="100000">
                <a:srgbClr val="DAAF7D"/>
              </a:gs>
            </a:gsLst>
            <a:lin ang="7048150" scaled="1"/>
          </a:gradFill>
          <a:ln w="12672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BB3338B-DE5B-921F-EFDF-522A03797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32685"/>
            <a:ext cx="5412426" cy="787929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en-GB" dirty="0"/>
              <a:t>AGENDA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BD22128-C99F-645B-3B5B-3E7D19B6EE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27B191-19B9-508E-0910-DF4A1A6E35E8}"/>
              </a:ext>
            </a:extLst>
          </p:cNvPr>
          <p:cNvGrpSpPr/>
          <p:nvPr userDrawn="1"/>
        </p:nvGrpSpPr>
        <p:grpSpPr>
          <a:xfrm>
            <a:off x="6089202" y="1371600"/>
            <a:ext cx="5761038" cy="523220"/>
            <a:chOff x="6089202" y="1371600"/>
            <a:chExt cx="5761038" cy="52322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89E68A1-A268-ADB1-4A96-E16912F2407F}"/>
                </a:ext>
              </a:extLst>
            </p:cNvPr>
            <p:cNvCxnSpPr/>
            <p:nvPr userDrawn="1"/>
          </p:nvCxnSpPr>
          <p:spPr>
            <a:xfrm>
              <a:off x="7298267" y="1778000"/>
              <a:ext cx="3344333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9AD8F0-58D0-F3F0-5567-D7825E84C48E}"/>
                </a:ext>
              </a:extLst>
            </p:cNvPr>
            <p:cNvSpPr txBox="1"/>
            <p:nvPr userDrawn="1"/>
          </p:nvSpPr>
          <p:spPr>
            <a:xfrm>
              <a:off x="6089202" y="1371600"/>
              <a:ext cx="57610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#GrowBetterTogether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28561D9-B9D5-8B4D-99DD-E659AB6657CC}"/>
              </a:ext>
            </a:extLst>
          </p:cNvPr>
          <p:cNvSpPr txBox="1"/>
          <p:nvPr userDrawn="1"/>
        </p:nvSpPr>
        <p:spPr>
          <a:xfrm>
            <a:off x="6096000" y="1984346"/>
            <a:ext cx="5754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Unleash the power of Microsoft solutions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C1501-628F-AAB4-93DB-EBEC142830A6}"/>
              </a:ext>
            </a:extLst>
          </p:cNvPr>
          <p:cNvGrpSpPr/>
          <p:nvPr/>
        </p:nvGrpSpPr>
        <p:grpSpPr>
          <a:xfrm>
            <a:off x="241315" y="1984346"/>
            <a:ext cx="5558895" cy="671297"/>
            <a:chOff x="1430867" y="3789363"/>
            <a:chExt cx="3530599" cy="67129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60444AA-1E09-69C7-1B11-F2EC6CA9462C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EB3D2CC-B955-5431-C27A-0B93FD3D05C9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FDBAC87-53BE-2F60-E3CB-57E167BA080C}"/>
              </a:ext>
            </a:extLst>
          </p:cNvPr>
          <p:cNvGrpSpPr/>
          <p:nvPr/>
        </p:nvGrpSpPr>
        <p:grpSpPr>
          <a:xfrm>
            <a:off x="241315" y="2806456"/>
            <a:ext cx="5558895" cy="671297"/>
            <a:chOff x="1430867" y="3789363"/>
            <a:chExt cx="3530599" cy="67129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5A130A1-E3E5-1BEB-0B6B-7D5BC07CB613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A26A0A6-B2CF-2E91-0704-5CAC80731514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280F55-70A2-9C32-01AC-28AC29F35765}"/>
              </a:ext>
            </a:extLst>
          </p:cNvPr>
          <p:cNvGrpSpPr/>
          <p:nvPr/>
        </p:nvGrpSpPr>
        <p:grpSpPr>
          <a:xfrm>
            <a:off x="241315" y="3710900"/>
            <a:ext cx="5558895" cy="671297"/>
            <a:chOff x="1430867" y="3789363"/>
            <a:chExt cx="3530599" cy="671297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45BFC87-32AC-9917-A595-461F879E70E1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CF989FA-0126-59C4-6AF9-5DE67E582E9F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B34C4B0-99BD-67F5-D341-4840F67CAB27}"/>
              </a:ext>
            </a:extLst>
          </p:cNvPr>
          <p:cNvGrpSpPr/>
          <p:nvPr/>
        </p:nvGrpSpPr>
        <p:grpSpPr>
          <a:xfrm>
            <a:off x="241315" y="4574650"/>
            <a:ext cx="5558895" cy="671297"/>
            <a:chOff x="1430867" y="3789363"/>
            <a:chExt cx="3530599" cy="67129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9AB3B60-6743-6D74-1AFE-39C97995D44E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118D2BC-9459-CD2F-2B16-CC2D2FDA3D8C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49A7B70-E3D0-05FC-161D-DFD0FDDF142A}"/>
              </a:ext>
            </a:extLst>
          </p:cNvPr>
          <p:cNvGrpSpPr/>
          <p:nvPr/>
        </p:nvGrpSpPr>
        <p:grpSpPr>
          <a:xfrm>
            <a:off x="241315" y="5438400"/>
            <a:ext cx="5558895" cy="671297"/>
            <a:chOff x="1430867" y="3789363"/>
            <a:chExt cx="3530599" cy="671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4A22895-29EF-39A8-3A8E-16239465CE6F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9492F8C-2651-1FEE-5CD5-F55A5E58AD99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5655B2A-8BD7-9107-F5E4-D94C5CB404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2117725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3D791E15-5FAE-E768-22D0-91A8E669A9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0038" y="2952000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588ED03-3687-EE66-3BCB-43EBAA0417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0664" y="3836570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DEC80A5B-23E0-0956-8963-7923AD9BA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152" y="4697678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DA47B375-D6B8-8FC1-0B10-F37B051A31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2" y="5561428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5" name="Slide Number Placeholder 4">
            <a:extLst>
              <a:ext uri="{FF2B5EF4-FFF2-40B4-BE49-F238E27FC236}">
                <a16:creationId xmlns:a16="http://schemas.microsoft.com/office/drawing/2014/main" id="{E1889766-CE9D-4A1D-1087-21008A81A12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FCAB85-9595-7C48-D312-8993558E99DB}"/>
              </a:ext>
            </a:extLst>
          </p:cNvPr>
          <p:cNvSpPr txBox="1"/>
          <p:nvPr userDrawn="1"/>
        </p:nvSpPr>
        <p:spPr>
          <a:xfrm>
            <a:off x="9969023" y="6321476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1586157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9">
            <a:extLst>
              <a:ext uri="{FF2B5EF4-FFF2-40B4-BE49-F238E27FC236}">
                <a16:creationId xmlns:a16="http://schemas.microsoft.com/office/drawing/2014/main" id="{52479AE8-BADA-1812-EC14-43B72BCEDD7A}"/>
              </a:ext>
            </a:extLst>
          </p:cNvPr>
          <p:cNvSpPr/>
          <p:nvPr/>
        </p:nvSpPr>
        <p:spPr>
          <a:xfrm>
            <a:off x="300038" y="908051"/>
            <a:ext cx="11550650" cy="5949950"/>
          </a:xfrm>
          <a:prstGeom prst="roundRect">
            <a:avLst>
              <a:gd name="adj" fmla="val 9907"/>
            </a:avLst>
          </a:prstGeom>
          <a:gradFill>
            <a:gsLst>
              <a:gs pos="0">
                <a:srgbClr val="5E8AA7"/>
              </a:gs>
              <a:gs pos="16000">
                <a:srgbClr val="618BA5"/>
              </a:gs>
              <a:gs pos="79000">
                <a:srgbClr val="DAAE7D"/>
              </a:gs>
              <a:gs pos="100000">
                <a:srgbClr val="DAAF7D"/>
              </a:gs>
            </a:gsLst>
            <a:lin ang="7048150" scaled="1"/>
          </a:gradFill>
          <a:ln w="12672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E83CC91-DE04-4D97-A41D-836032D87A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CC9CA-14EC-AB23-C592-DE97782D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041" y="983852"/>
            <a:ext cx="5412426" cy="2852737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this section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7EEFFD1-CE90-EB1D-74C5-87A06367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9238" y="6341256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E9E088-8B1C-3BAD-E47E-0A5976F81D18}"/>
              </a:ext>
            </a:extLst>
          </p:cNvPr>
          <p:cNvSpPr txBox="1"/>
          <p:nvPr userDrawn="1"/>
        </p:nvSpPr>
        <p:spPr>
          <a:xfrm>
            <a:off x="9968230" y="6330699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3000282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ext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19635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6640" y="6367237"/>
            <a:ext cx="715010" cy="365125"/>
          </a:xfrm>
          <a:prstGeom prst="rect">
            <a:avLst/>
          </a:prstGeom>
        </p:spPr>
        <p:txBody>
          <a:bodyPr/>
          <a:lstStyle/>
          <a:p>
            <a:fld id="{F34EF763-FEF5-41B7-B3EE-DB7F8F9EC2F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735C46-819B-09C7-4C8E-9933DF52E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1981200"/>
            <a:ext cx="11531600" cy="416560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7F5C8-EECF-76BA-B21D-68DA2800425B}"/>
              </a:ext>
            </a:extLst>
          </p:cNvPr>
          <p:cNvSpPr txBox="1"/>
          <p:nvPr userDrawn="1"/>
        </p:nvSpPr>
        <p:spPr>
          <a:xfrm>
            <a:off x="9098280" y="63500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F075748-A850-5403-6AAF-1768125D5D52}"/>
              </a:ext>
            </a:extLst>
          </p:cNvPr>
          <p:cNvSpPr txBox="1">
            <a:spLocks/>
          </p:cNvSpPr>
          <p:nvPr userDrawn="1"/>
        </p:nvSpPr>
        <p:spPr>
          <a:xfrm>
            <a:off x="224790" y="6358467"/>
            <a:ext cx="7150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66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57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388" y="927346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790" y="635846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735C46-819B-09C7-4C8E-9933DF52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632830"/>
            <a:ext cx="5399617" cy="3513970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98AEB1E-2CB2-4BAE-C2BB-F80F832128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7420" y="2641600"/>
            <a:ext cx="5399618" cy="3513970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3AC1E3-C2FF-473A-214E-838D1EFB8B5E}"/>
              </a:ext>
            </a:extLst>
          </p:cNvPr>
          <p:cNvGrpSpPr/>
          <p:nvPr/>
        </p:nvGrpSpPr>
        <p:grpSpPr>
          <a:xfrm>
            <a:off x="323850" y="1749866"/>
            <a:ext cx="5399617" cy="671297"/>
            <a:chOff x="1430867" y="3789363"/>
            <a:chExt cx="3530599" cy="67129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D35BD6F-7332-3B0F-7139-3E47F53FA729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DE31F4F-9DC5-4CA8-2190-82FD4607DF37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410ADD-0B8B-5269-A48C-41565D11A963}"/>
              </a:ext>
            </a:extLst>
          </p:cNvPr>
          <p:cNvGrpSpPr/>
          <p:nvPr/>
        </p:nvGrpSpPr>
        <p:grpSpPr>
          <a:xfrm>
            <a:off x="6457420" y="1749866"/>
            <a:ext cx="5399617" cy="671297"/>
            <a:chOff x="1430867" y="3789363"/>
            <a:chExt cx="3530599" cy="67129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ED0BA75-E207-60A5-913A-19656440673B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9817AD1-313C-AE8A-1DAF-8AE3433D6025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324AF4B-DF69-AAE7-8B63-DEEAE43BE3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359" y="1831975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019ECF9-2E7C-EADC-B782-FAC6CB78CF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3957" y="1826065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1A0BE1-0B47-23A7-E8FD-13A80A245BD0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4101960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ext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34331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0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735C46-819B-09C7-4C8E-9933DF52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632830"/>
            <a:ext cx="5399617" cy="1549703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98AEB1E-2CB2-4BAE-C2BB-F80F832128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7420" y="2641600"/>
            <a:ext cx="5399618" cy="1549703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3AC1E3-C2FF-473A-214E-838D1EFB8B5E}"/>
              </a:ext>
            </a:extLst>
          </p:cNvPr>
          <p:cNvGrpSpPr/>
          <p:nvPr/>
        </p:nvGrpSpPr>
        <p:grpSpPr>
          <a:xfrm>
            <a:off x="323850" y="1749866"/>
            <a:ext cx="5399617" cy="671297"/>
            <a:chOff x="1430867" y="3789363"/>
            <a:chExt cx="3530599" cy="67129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D35BD6F-7332-3B0F-7139-3E47F53FA729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DE31F4F-9DC5-4CA8-2190-82FD4607DF37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410ADD-0B8B-5269-A48C-41565D11A963}"/>
              </a:ext>
            </a:extLst>
          </p:cNvPr>
          <p:cNvGrpSpPr/>
          <p:nvPr/>
        </p:nvGrpSpPr>
        <p:grpSpPr>
          <a:xfrm>
            <a:off x="6457420" y="1749866"/>
            <a:ext cx="5399617" cy="671297"/>
            <a:chOff x="1430867" y="3789363"/>
            <a:chExt cx="3530599" cy="67129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ED0BA75-E207-60A5-913A-19656440673B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9817AD1-313C-AE8A-1DAF-8AE3433D6025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324AF4B-DF69-AAE7-8B63-DEEAE43BE3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359" y="1831975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019ECF9-2E7C-EADC-B782-FAC6CB78CF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3957" y="1826065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C15C1CF-E9B2-9055-0306-126DF4625B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5074267"/>
            <a:ext cx="5399617" cy="1549703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6751D9A-281E-78BA-E7D2-43297E712B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7419" y="5083037"/>
            <a:ext cx="5399618" cy="1549703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EC7A76-2FCB-26DA-7D7E-91E2E52EEBC5}"/>
              </a:ext>
            </a:extLst>
          </p:cNvPr>
          <p:cNvGrpSpPr/>
          <p:nvPr userDrawn="1"/>
        </p:nvGrpSpPr>
        <p:grpSpPr>
          <a:xfrm>
            <a:off x="323849" y="4191303"/>
            <a:ext cx="5399617" cy="671297"/>
            <a:chOff x="1430867" y="3789363"/>
            <a:chExt cx="3530599" cy="67129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52A690C-A1D9-E07E-BA2D-FC6C1F954A09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EB6E4A1-4D5D-59C7-E258-88E3FD13D29E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45D2DB-5F4B-9DA0-B825-DF7D6B563D75}"/>
              </a:ext>
            </a:extLst>
          </p:cNvPr>
          <p:cNvGrpSpPr/>
          <p:nvPr userDrawn="1"/>
        </p:nvGrpSpPr>
        <p:grpSpPr>
          <a:xfrm>
            <a:off x="6457419" y="4191303"/>
            <a:ext cx="5399617" cy="671297"/>
            <a:chOff x="1430867" y="3789363"/>
            <a:chExt cx="3530599" cy="671297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6210F08-19AE-4AEE-FD78-4A1FDC2CEA4F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DC9902F-D887-E9AC-1061-3AEB666CCF6E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106FEC4C-B795-F797-476B-1E62674A89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358" y="4273412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BC16C5F7-722B-211A-908E-5133D92A46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3956" y="4267502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E7B40F-26B2-35ED-B4FD-6CC42CC2EAE8}"/>
              </a:ext>
            </a:extLst>
          </p:cNvPr>
          <p:cNvSpPr txBox="1"/>
          <p:nvPr userDrawn="1"/>
        </p:nvSpPr>
        <p:spPr>
          <a:xfrm>
            <a:off x="995553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3335379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s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24173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7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F57AA79-582B-6141-16DF-8F2A702C7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0038" y="1947863"/>
            <a:ext cx="11557000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98D08-4EE5-A312-AC9D-7C2E2875975F}"/>
              </a:ext>
            </a:extLst>
          </p:cNvPr>
          <p:cNvSpPr txBox="1"/>
          <p:nvPr userDrawn="1"/>
        </p:nvSpPr>
        <p:spPr>
          <a:xfrm>
            <a:off x="9974580" y="634365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3169781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24173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3840" y="6350000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F57AA79-582B-6141-16DF-8F2A702C7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0038" y="1947863"/>
            <a:ext cx="53472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6E8EBAB4-B70A-A635-F652-A55698B60C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09809" y="1947863"/>
            <a:ext cx="53472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5CE45-3D8E-E572-35E7-C095A584A14F}"/>
              </a:ext>
            </a:extLst>
          </p:cNvPr>
          <p:cNvSpPr txBox="1"/>
          <p:nvPr userDrawn="1"/>
        </p:nvSpPr>
        <p:spPr>
          <a:xfrm>
            <a:off x="9968230" y="6333093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38033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s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276" y="924173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0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F57AA79-582B-6141-16DF-8F2A702C7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0038" y="1947863"/>
            <a:ext cx="36708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6E8EBAB4-B70A-A635-F652-A55698B60C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45504" y="1947863"/>
            <a:ext cx="36708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CD5A59F8-7461-7349-9879-4D7A26D14B2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6209" y="1947863"/>
            <a:ext cx="36708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D56109-5B2F-0317-0CBD-B1B6730E0D3D}"/>
              </a:ext>
            </a:extLst>
          </p:cNvPr>
          <p:cNvSpPr txBox="1"/>
          <p:nvPr userDrawn="1"/>
        </p:nvSpPr>
        <p:spPr>
          <a:xfrm>
            <a:off x="995553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851816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zatio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08050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0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CE04FD64-8B3E-9165-D629-99EF983FEE4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00038" y="1736478"/>
            <a:ext cx="11557000" cy="4600822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92357-E2AD-DB3F-B3DD-61CE8A9FFD6D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306825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276" y="908050"/>
            <a:ext cx="11561762" cy="8284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GB" dirty="0"/>
            </a:lvl1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74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B56A05F-5BAB-40B6-3169-CBF35EB2113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00038" y="1736478"/>
            <a:ext cx="11561762" cy="4486522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10988-6622-7B7C-3E59-7ECA5AB3DCC3}"/>
              </a:ext>
            </a:extLst>
          </p:cNvPr>
          <p:cNvSpPr txBox="1"/>
          <p:nvPr userDrawn="1"/>
        </p:nvSpPr>
        <p:spPr>
          <a:xfrm>
            <a:off x="995553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1535783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zation chart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276" y="908050"/>
            <a:ext cx="11561762" cy="8284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GB" dirty="0"/>
            </a:lvl1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304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B56A05F-5BAB-40B6-3169-CBF35EB2113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00038" y="1753714"/>
            <a:ext cx="5417368" cy="4488536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10988-6622-7B7C-3E59-7ECA5AB3DCC3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DFC23E43-5B06-3322-5FF2-8B03C3B9E28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39670" y="1753714"/>
            <a:ext cx="5417368" cy="4508237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084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9">
            <a:extLst>
              <a:ext uri="{FF2B5EF4-FFF2-40B4-BE49-F238E27FC236}">
                <a16:creationId xmlns:a16="http://schemas.microsoft.com/office/drawing/2014/main" id="{3F7B265C-7AE5-56D2-7A4A-3B2A0D817547}"/>
              </a:ext>
            </a:extLst>
          </p:cNvPr>
          <p:cNvSpPr/>
          <p:nvPr userDrawn="1"/>
        </p:nvSpPr>
        <p:spPr>
          <a:xfrm>
            <a:off x="320675" y="908051"/>
            <a:ext cx="11550650" cy="5949950"/>
          </a:xfrm>
          <a:prstGeom prst="roundRect">
            <a:avLst>
              <a:gd name="adj" fmla="val 9907"/>
            </a:avLst>
          </a:prstGeom>
          <a:gradFill>
            <a:gsLst>
              <a:gs pos="0">
                <a:srgbClr val="5E8AA7"/>
              </a:gs>
              <a:gs pos="16000">
                <a:srgbClr val="618BA5"/>
              </a:gs>
              <a:gs pos="79000">
                <a:srgbClr val="DAAE7D"/>
              </a:gs>
              <a:gs pos="100000">
                <a:srgbClr val="DAAF7D"/>
              </a:gs>
            </a:gsLst>
            <a:lin ang="7048150" scaled="1"/>
          </a:gradFill>
          <a:ln w="12672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9DB5428-703A-9A8D-8262-00E0C7A29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090" y="636723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Quote Mark">
            <a:extLst>
              <a:ext uri="{FF2B5EF4-FFF2-40B4-BE49-F238E27FC236}">
                <a16:creationId xmlns:a16="http://schemas.microsoft.com/office/drawing/2014/main" id="{7A2D54AB-7624-4BB6-799E-7EAA7D53F18B}"/>
              </a:ext>
            </a:extLst>
          </p:cNvPr>
          <p:cNvSpPr txBox="1"/>
          <p:nvPr userDrawn="1"/>
        </p:nvSpPr>
        <p:spPr>
          <a:xfrm>
            <a:off x="1280160" y="1737360"/>
            <a:ext cx="1828800" cy="1188720"/>
          </a:xfrm>
          <a:prstGeom prst="rect">
            <a:avLst/>
          </a:prstGeom>
        </p:spPr>
        <p:txBody>
          <a:bodyPr wrap="none" anchor="t">
            <a:normAutofit fontScale="70000" lnSpcReduction="20000"/>
          </a:bodyPr>
          <a:lstStyle/>
          <a:p>
            <a:pPr algn="l"/>
            <a:r>
              <a:rPr lang="en-GB" sz="12000" b="1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8" name="Attribution Rule">
            <a:extLst>
              <a:ext uri="{FF2B5EF4-FFF2-40B4-BE49-F238E27FC236}">
                <a16:creationId xmlns:a16="http://schemas.microsoft.com/office/drawing/2014/main" id="{22B1735D-EEBD-8CDD-A7A3-EB7672B62192}"/>
              </a:ext>
            </a:extLst>
          </p:cNvPr>
          <p:cNvSpPr/>
          <p:nvPr userDrawn="1"/>
        </p:nvSpPr>
        <p:spPr>
          <a:xfrm>
            <a:off x="1371600" y="4663440"/>
            <a:ext cx="54864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02277EC-ECB5-FC4B-0E9A-05D632B8DD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0325" y="2238375"/>
            <a:ext cx="9480550" cy="2381249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GB" sz="4000" i="1" dirty="0"/>
              <a:t>Add the quotation here. Keep it short, punchy and memorable — two lines work best on this layout.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199A2D1-4529-E2EA-EED9-0A9BF9D50D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0325" y="4779483"/>
            <a:ext cx="2509520" cy="269875"/>
          </a:xfrm>
        </p:spPr>
        <p:txBody>
          <a:bodyPr/>
          <a:lstStyle>
            <a:lvl1pPr>
              <a:buNone/>
              <a:defRPr sz="2000" b="1"/>
            </a:lvl1pPr>
          </a:lstStyle>
          <a:p>
            <a:pPr lvl="0"/>
            <a:r>
              <a:rPr lang="en-GB" dirty="0"/>
              <a:t>AUTHOR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0373608-211A-1C03-0824-06CF0AF72F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0325" y="5074279"/>
            <a:ext cx="2509520" cy="269875"/>
          </a:xfrm>
        </p:spPr>
        <p:txBody>
          <a:bodyPr>
            <a:noAutofit/>
          </a:bodyPr>
          <a:lstStyle>
            <a:lvl1pPr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Year, 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332D0-4551-DE6F-3804-DC938ED13B9F}"/>
              </a:ext>
            </a:extLst>
          </p:cNvPr>
          <p:cNvSpPr txBox="1"/>
          <p:nvPr userDrawn="1"/>
        </p:nvSpPr>
        <p:spPr>
          <a:xfrm>
            <a:off x="9936794" y="633095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250013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6640" y="6367237"/>
            <a:ext cx="715010" cy="365125"/>
          </a:xfrm>
          <a:prstGeom prst="rect">
            <a:avLst/>
          </a:prstGeom>
        </p:spPr>
        <p:txBody>
          <a:bodyPr/>
          <a:lstStyle/>
          <a:p>
            <a:fld id="{F34EF763-FEF5-41B7-B3EE-DB7F8F9EC2F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4071DC-6E9C-C9FB-53BB-237E1B2C19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038" y="908050"/>
            <a:ext cx="11557001" cy="545918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E84FE44-8E9E-AED1-2B3E-A3CB7CA507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9F5A1F-0AD5-CE3A-DD08-CC4D36A353B9}"/>
              </a:ext>
            </a:extLst>
          </p:cNvPr>
          <p:cNvSpPr txBox="1"/>
          <p:nvPr userDrawn="1"/>
        </p:nvSpPr>
        <p:spPr>
          <a:xfrm>
            <a:off x="970280" y="20574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49B40-821A-1171-A07B-F4D4D53E944C}"/>
              </a:ext>
            </a:extLst>
          </p:cNvPr>
          <p:cNvSpPr txBox="1"/>
          <p:nvPr userDrawn="1"/>
        </p:nvSpPr>
        <p:spPr>
          <a:xfrm>
            <a:off x="9974100" y="633095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39957D4-B665-9463-5718-CED0B0A9B337}"/>
              </a:ext>
            </a:extLst>
          </p:cNvPr>
          <p:cNvSpPr txBox="1">
            <a:spLocks/>
          </p:cNvSpPr>
          <p:nvPr userDrawn="1"/>
        </p:nvSpPr>
        <p:spPr>
          <a:xfrm>
            <a:off x="225427" y="6360722"/>
            <a:ext cx="715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34EF763-FEF5-41B7-B3EE-DB7F8F9EC2F0}" type="slidenum">
              <a:rPr lang="en-GB" smtClean="0"/>
              <a:pPr algn="l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5811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8DB0600-BC5F-4933-76D7-5FE95852AA47}"/>
              </a:ext>
            </a:extLst>
          </p:cNvPr>
          <p:cNvSpPr txBox="1"/>
          <p:nvPr userDrawn="1"/>
        </p:nvSpPr>
        <p:spPr>
          <a:xfrm>
            <a:off x="300038" y="730636"/>
            <a:ext cx="1155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THANK YOU FOR PARTICIPATION</a:t>
            </a:r>
          </a:p>
        </p:txBody>
      </p:sp>
      <p:sp>
        <p:nvSpPr>
          <p:cNvPr id="14" name="Picture Placeholder 54">
            <a:extLst>
              <a:ext uri="{FF2B5EF4-FFF2-40B4-BE49-F238E27FC236}">
                <a16:creationId xmlns:a16="http://schemas.microsoft.com/office/drawing/2014/main" id="{1404DB20-EBF6-DC77-4A72-1E185AE66DC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0438" y="4326759"/>
            <a:ext cx="2179203" cy="20194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QR code</a:t>
            </a:r>
          </a:p>
        </p:txBody>
      </p:sp>
      <p:sp>
        <p:nvSpPr>
          <p:cNvPr id="17" name="Picture Placeholder 57">
            <a:extLst>
              <a:ext uri="{FF2B5EF4-FFF2-40B4-BE49-F238E27FC236}">
                <a16:creationId xmlns:a16="http://schemas.microsoft.com/office/drawing/2014/main" id="{8F25B497-5265-2E02-A44F-78961DC6A12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32346" y="1453866"/>
            <a:ext cx="2155389" cy="2011578"/>
          </a:xfrm>
        </p:spPr>
        <p:txBody>
          <a:bodyPr anchor="t"/>
          <a:lstStyle>
            <a:lvl1pPr marL="0" indent="0" algn="ctr">
              <a:buNone/>
              <a:defRPr sz="2000"/>
            </a:lvl1pPr>
          </a:lstStyle>
          <a:p>
            <a:r>
              <a:rPr lang="en-GB" dirty="0"/>
              <a:t>YOUR PHOTO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310364-F339-E1A0-E378-7C921C7CA11F}"/>
              </a:ext>
            </a:extLst>
          </p:cNvPr>
          <p:cNvGrpSpPr/>
          <p:nvPr userDrawn="1"/>
        </p:nvGrpSpPr>
        <p:grpSpPr>
          <a:xfrm>
            <a:off x="400345" y="3573128"/>
            <a:ext cx="3151378" cy="671297"/>
            <a:chOff x="1430867" y="3789363"/>
            <a:chExt cx="3530599" cy="67129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4042650-3238-BE53-1061-70150E7A822D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C4A4A65-E30C-B763-9989-B9DB2760B76C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24" name="Picture Placeholder 54">
            <a:extLst>
              <a:ext uri="{FF2B5EF4-FFF2-40B4-BE49-F238E27FC236}">
                <a16:creationId xmlns:a16="http://schemas.microsoft.com/office/drawing/2014/main" id="{270AAF3F-50A1-C5B2-C03D-8BDEE2BD3B4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006397" y="4326759"/>
            <a:ext cx="2179203" cy="20194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QR code</a:t>
            </a:r>
          </a:p>
        </p:txBody>
      </p:sp>
      <p:sp>
        <p:nvSpPr>
          <p:cNvPr id="25" name="Picture Placeholder 57">
            <a:extLst>
              <a:ext uri="{FF2B5EF4-FFF2-40B4-BE49-F238E27FC236}">
                <a16:creationId xmlns:a16="http://schemas.microsoft.com/office/drawing/2014/main" id="{093CB284-B12A-047E-910F-893C4876A68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018305" y="1453866"/>
            <a:ext cx="2155389" cy="2011578"/>
          </a:xfrm>
        </p:spPr>
        <p:txBody>
          <a:bodyPr anchor="t"/>
          <a:lstStyle>
            <a:lvl1pPr marL="0" indent="0" algn="ctr">
              <a:buNone/>
              <a:defRPr sz="2000"/>
            </a:lvl1pPr>
          </a:lstStyle>
          <a:p>
            <a:r>
              <a:rPr lang="en-GB" dirty="0"/>
              <a:t>YOUR PHOTO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6831833-1DAA-5D00-65D7-CE8771D21811}"/>
              </a:ext>
            </a:extLst>
          </p:cNvPr>
          <p:cNvGrpSpPr/>
          <p:nvPr userDrawn="1"/>
        </p:nvGrpSpPr>
        <p:grpSpPr>
          <a:xfrm>
            <a:off x="4486304" y="3573128"/>
            <a:ext cx="3151378" cy="671297"/>
            <a:chOff x="1430867" y="3789363"/>
            <a:chExt cx="3530599" cy="671297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25CF372-D88B-7E7D-68E4-DB8568D449C9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39ED7A7-4061-B844-3800-38E8CA917366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29" name="Picture Placeholder 54">
            <a:extLst>
              <a:ext uri="{FF2B5EF4-FFF2-40B4-BE49-F238E27FC236}">
                <a16:creationId xmlns:a16="http://schemas.microsoft.com/office/drawing/2014/main" id="{744D4D96-AC90-F796-CDA4-C238882828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60370" y="4321026"/>
            <a:ext cx="2179203" cy="20194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QR code</a:t>
            </a:r>
          </a:p>
        </p:txBody>
      </p:sp>
      <p:sp>
        <p:nvSpPr>
          <p:cNvPr id="30" name="Picture Placeholder 57">
            <a:extLst>
              <a:ext uri="{FF2B5EF4-FFF2-40B4-BE49-F238E27FC236}">
                <a16:creationId xmlns:a16="http://schemas.microsoft.com/office/drawing/2014/main" id="{CE9A72A2-1927-3811-D064-8F2ABDD108D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72278" y="1448133"/>
            <a:ext cx="2155389" cy="2011578"/>
          </a:xfrm>
        </p:spPr>
        <p:txBody>
          <a:bodyPr anchor="t"/>
          <a:lstStyle>
            <a:lvl1pPr marL="0" indent="0" algn="ctr">
              <a:buNone/>
              <a:defRPr sz="2000"/>
            </a:lvl1pPr>
          </a:lstStyle>
          <a:p>
            <a:r>
              <a:rPr lang="en-GB" dirty="0"/>
              <a:t>YOUR PHOTO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828C880-DD37-EB0E-2914-5716B0EEA37D}"/>
              </a:ext>
            </a:extLst>
          </p:cNvPr>
          <p:cNvGrpSpPr/>
          <p:nvPr userDrawn="1"/>
        </p:nvGrpSpPr>
        <p:grpSpPr>
          <a:xfrm>
            <a:off x="8640277" y="3567395"/>
            <a:ext cx="3151378" cy="671297"/>
            <a:chOff x="1430867" y="3789363"/>
            <a:chExt cx="3530599" cy="67129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D5BA4F6-DFB2-19DB-55C6-EEFE6B39A0D6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A5D1ED2-C0B2-01A2-A336-08F08A9634CF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6BB3687-4043-66B0-E914-499880C9394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0345" y="3680813"/>
            <a:ext cx="3151378" cy="588962"/>
          </a:xfrm>
        </p:spPr>
        <p:txBody>
          <a:bodyPr>
            <a:normAutofit/>
          </a:bodyPr>
          <a:lstStyle>
            <a:lvl1pPr algn="ctr">
              <a:buNone/>
              <a:defRPr sz="2000"/>
            </a:lvl1pPr>
            <a:lvl5pPr>
              <a:defRPr/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97750E1B-D631-541E-8C8A-8A706BA168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86304" y="3680813"/>
            <a:ext cx="3151378" cy="588962"/>
          </a:xfrm>
        </p:spPr>
        <p:txBody>
          <a:bodyPr>
            <a:normAutofit/>
          </a:bodyPr>
          <a:lstStyle>
            <a:lvl1pPr algn="ctr">
              <a:buNone/>
              <a:defRPr sz="2000"/>
            </a:lvl1pPr>
            <a:lvl5pPr>
              <a:defRPr/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EB8F2933-C5CF-D65E-5BB0-7B6D544164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08291" y="3690897"/>
            <a:ext cx="3083364" cy="588962"/>
          </a:xfrm>
        </p:spPr>
        <p:txBody>
          <a:bodyPr>
            <a:normAutofit/>
          </a:bodyPr>
          <a:lstStyle>
            <a:lvl1pPr algn="ctr">
              <a:buNone/>
              <a:defRPr sz="2000"/>
            </a:lvl1pPr>
            <a:lvl5pPr>
              <a:defRPr/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D226A5E-4B59-66F0-B263-68A600A6A1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12090" y="636723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6162DF-2008-4B0C-2B7B-19DF5252115C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1884691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4F1E01-FC0B-F4DC-D703-141729ABB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12090" y="636723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The image shows a person holding a smartphone with a sandy beach background, displaying a schedule for the Baltic Summit 2025, featuring speakers and sponsors.&#10;&#10;AI-generated content may be incorrect.">
            <a:extLst>
              <a:ext uri="{FF2B5EF4-FFF2-40B4-BE49-F238E27FC236}">
                <a16:creationId xmlns:a16="http://schemas.microsoft.com/office/drawing/2014/main" id="{0D60EFDB-304A-D68F-2B67-43C7230542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3507" t="154" r="22949"/>
          <a:stretch>
            <a:fillRect/>
          </a:stretch>
        </p:blipFill>
        <p:spPr>
          <a:xfrm>
            <a:off x="7064942" y="1132373"/>
            <a:ext cx="3869356" cy="4849260"/>
          </a:xfrm>
          <a:custGeom>
            <a:avLst/>
            <a:gdLst>
              <a:gd name="connsiteX0" fmla="*/ 836523 w 5019040"/>
              <a:gd name="connsiteY0" fmla="*/ 0 h 6290098"/>
              <a:gd name="connsiteX1" fmla="*/ 4182517 w 5019040"/>
              <a:gd name="connsiteY1" fmla="*/ 0 h 6290098"/>
              <a:gd name="connsiteX2" fmla="*/ 5019040 w 5019040"/>
              <a:gd name="connsiteY2" fmla="*/ 836523 h 6290098"/>
              <a:gd name="connsiteX3" fmla="*/ 5019040 w 5019040"/>
              <a:gd name="connsiteY3" fmla="*/ 5453575 h 6290098"/>
              <a:gd name="connsiteX4" fmla="*/ 4182517 w 5019040"/>
              <a:gd name="connsiteY4" fmla="*/ 6290098 h 6290098"/>
              <a:gd name="connsiteX5" fmla="*/ 836523 w 5019040"/>
              <a:gd name="connsiteY5" fmla="*/ 6290098 h 6290098"/>
              <a:gd name="connsiteX6" fmla="*/ 0 w 5019040"/>
              <a:gd name="connsiteY6" fmla="*/ 5453575 h 6290098"/>
              <a:gd name="connsiteX7" fmla="*/ 0 w 5019040"/>
              <a:gd name="connsiteY7" fmla="*/ 836523 h 6290098"/>
              <a:gd name="connsiteX8" fmla="*/ 836523 w 5019040"/>
              <a:gd name="connsiteY8" fmla="*/ 0 h 629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9040" h="6290098">
                <a:moveTo>
                  <a:pt x="836523" y="0"/>
                </a:moveTo>
                <a:lnTo>
                  <a:pt x="4182517" y="0"/>
                </a:lnTo>
                <a:cubicBezTo>
                  <a:pt x="4644516" y="0"/>
                  <a:pt x="5019040" y="374524"/>
                  <a:pt x="5019040" y="836523"/>
                </a:cubicBezTo>
                <a:lnTo>
                  <a:pt x="5019040" y="5453575"/>
                </a:lnTo>
                <a:cubicBezTo>
                  <a:pt x="5019040" y="5915574"/>
                  <a:pt x="4644516" y="6290098"/>
                  <a:pt x="4182517" y="6290098"/>
                </a:cubicBezTo>
                <a:lnTo>
                  <a:pt x="836523" y="6290098"/>
                </a:lnTo>
                <a:cubicBezTo>
                  <a:pt x="374524" y="6290098"/>
                  <a:pt x="0" y="5915574"/>
                  <a:pt x="0" y="5453575"/>
                </a:cubicBezTo>
                <a:lnTo>
                  <a:pt x="0" y="836523"/>
                </a:lnTo>
                <a:cubicBezTo>
                  <a:pt x="0" y="374524"/>
                  <a:pt x="374524" y="0"/>
                  <a:pt x="836523" y="0"/>
                </a:cubicBezTo>
                <a:close/>
              </a:path>
            </a:pathLst>
          </a:custGeom>
          <a:ln>
            <a:noFill/>
          </a:ln>
          <a:effectLst/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AC2A83A-094F-3440-6B87-6E55E2944D2F}"/>
              </a:ext>
            </a:extLst>
          </p:cNvPr>
          <p:cNvGrpSpPr/>
          <p:nvPr userDrawn="1"/>
        </p:nvGrpSpPr>
        <p:grpSpPr>
          <a:xfrm>
            <a:off x="818147" y="3695927"/>
            <a:ext cx="5574632" cy="1446530"/>
            <a:chOff x="673768" y="3503422"/>
            <a:chExt cx="5574632" cy="144653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C096D09-9D21-788F-57D4-AC6CBA120D96}"/>
                </a:ext>
              </a:extLst>
            </p:cNvPr>
            <p:cNvSpPr/>
            <p:nvPr userDrawn="1"/>
          </p:nvSpPr>
          <p:spPr>
            <a:xfrm>
              <a:off x="826168" y="3713574"/>
              <a:ext cx="5422232" cy="1236378"/>
            </a:xfrm>
            <a:prstGeom prst="roundRect">
              <a:avLst>
                <a:gd name="adj" fmla="val 3612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815CA2-F423-0FB2-E468-1092AA2EA9E6}"/>
                </a:ext>
              </a:extLst>
            </p:cNvPr>
            <p:cNvGrpSpPr/>
            <p:nvPr userDrawn="1"/>
          </p:nvGrpSpPr>
          <p:grpSpPr>
            <a:xfrm>
              <a:off x="673768" y="3503422"/>
              <a:ext cx="5422232" cy="1236378"/>
              <a:chOff x="673768" y="3503422"/>
              <a:chExt cx="5422232" cy="1236378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04B06C3-77CB-2E7A-9A9D-C232D444B5A5}"/>
                  </a:ext>
                </a:extLst>
              </p:cNvPr>
              <p:cNvSpPr/>
              <p:nvPr userDrawn="1"/>
            </p:nvSpPr>
            <p:spPr>
              <a:xfrm>
                <a:off x="673768" y="3503422"/>
                <a:ext cx="5422232" cy="1236378"/>
              </a:xfrm>
              <a:prstGeom prst="roundRect">
                <a:avLst>
                  <a:gd name="adj" fmla="val 36129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7" name="Picture 6" descr="run.events&#10;&#10;AI-generated content may be incorrect.">
                <a:extLst>
                  <a:ext uri="{FF2B5EF4-FFF2-40B4-BE49-F238E27FC236}">
                    <a16:creationId xmlns:a16="http://schemas.microsoft.com/office/drawing/2014/main" id="{F80A52D4-1F57-FBFD-312B-61AFA31FE36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994634" y="3557003"/>
                <a:ext cx="4725981" cy="1129217"/>
              </a:xfrm>
              <a:prstGeom prst="rect">
                <a:avLst/>
              </a:prstGeom>
            </p:spPr>
          </p:pic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7B96A91-22E4-42D4-BC39-0ED23E87DA65}"/>
              </a:ext>
            </a:extLst>
          </p:cNvPr>
          <p:cNvSpPr txBox="1"/>
          <p:nvPr userDrawn="1"/>
        </p:nvSpPr>
        <p:spPr>
          <a:xfrm>
            <a:off x="1257702" y="1838634"/>
            <a:ext cx="47259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PLEASE RATE THIS SESSION IN THE 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74CCA-871F-BEAE-CCE1-22BDB217806A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980216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13853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9A4FA-81AE-5D89-F99B-9699F2F9F681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DBEA482-330E-1BAB-4414-3F2992B23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12090" y="636723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838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9D9D9"/>
            </a:gs>
            <a:gs pos="100000">
              <a:srgbClr val="FFFFFF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C1DEF-6B0D-A189-C0E4-8E922040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8" y="812253"/>
            <a:ext cx="11561762" cy="828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2AFF1-BB63-08B2-622C-D22C414DB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1640681"/>
            <a:ext cx="11531600" cy="369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8B1296B-79ED-5E0B-4B10-6C9D520298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48315" y="352095"/>
            <a:ext cx="1207135" cy="36791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59FBA83-6BB2-4DB0-F8F9-F38E83DE9CF1}"/>
              </a:ext>
            </a:extLst>
          </p:cNvPr>
          <p:cNvGrpSpPr/>
          <p:nvPr userDrawn="1"/>
        </p:nvGrpSpPr>
        <p:grpSpPr>
          <a:xfrm>
            <a:off x="-1366725" y="0"/>
            <a:ext cx="1213484" cy="4559190"/>
            <a:chOff x="-1366725" y="-271670"/>
            <a:chExt cx="1213484" cy="455919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25E5E6-8CCD-22E1-2CB9-C5466EEA2C0D}"/>
                </a:ext>
              </a:extLst>
            </p:cNvPr>
            <p:cNvSpPr/>
            <p:nvPr userDrawn="1"/>
          </p:nvSpPr>
          <p:spPr>
            <a:xfrm>
              <a:off x="-1360375" y="-271670"/>
              <a:ext cx="1207134" cy="45591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6" name="Picture 15" descr="The image displays a color wheel or palette with various color codes, including RGB, CMYK, and HEX values for colors like pure white, a vibrant orange, a teal shade, and a deep blue.&#10;&#10;AI-generated content may be incorrect.">
              <a:extLst>
                <a:ext uri="{FF2B5EF4-FFF2-40B4-BE49-F238E27FC236}">
                  <a16:creationId xmlns:a16="http://schemas.microsoft.com/office/drawing/2014/main" id="{6A73FC0B-B8B8-3872-1836-C71E507066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/>
            <a:stretch>
              <a:fillRect/>
            </a:stretch>
          </p:blipFill>
          <p:spPr>
            <a:xfrm>
              <a:off x="-1302314" y="0"/>
              <a:ext cx="1076172" cy="181354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3BF4E7-E18A-119C-167A-5B801A10F5FF}"/>
                </a:ext>
              </a:extLst>
            </p:cNvPr>
            <p:cNvSpPr txBox="1"/>
            <p:nvPr userDrawn="1"/>
          </p:nvSpPr>
          <p:spPr>
            <a:xfrm>
              <a:off x="-1360375" y="-200025"/>
              <a:ext cx="12071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b="1" dirty="0"/>
                <a:t>PRIMARY COLOURS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8D0BB6D-FDEA-63B9-E14B-3DD621CD1027}"/>
                </a:ext>
              </a:extLst>
            </p:cNvPr>
            <p:cNvGrpSpPr/>
            <p:nvPr userDrawn="1"/>
          </p:nvGrpSpPr>
          <p:grpSpPr>
            <a:xfrm>
              <a:off x="-1360375" y="1899909"/>
              <a:ext cx="1207134" cy="709215"/>
              <a:chOff x="-1360375" y="1813549"/>
              <a:chExt cx="1207134" cy="70921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A8A49E-19FE-5CD8-A46F-14751E97742B}"/>
                  </a:ext>
                </a:extLst>
              </p:cNvPr>
              <p:cNvSpPr txBox="1"/>
              <p:nvPr userDrawn="1"/>
            </p:nvSpPr>
            <p:spPr>
              <a:xfrm>
                <a:off x="-1360375" y="1813549"/>
                <a:ext cx="1207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900" b="1" dirty="0"/>
                  <a:t>3 EXTRA COLOURS</a:t>
                </a:r>
              </a:p>
              <a:p>
                <a:pPr algn="ctr"/>
                <a:r>
                  <a:rPr lang="en-GB" sz="900" b="1" dirty="0"/>
                  <a:t>(use sparingly)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49C25F6-47ED-79CA-FD4A-DCA1B52988F0}"/>
                  </a:ext>
                </a:extLst>
              </p:cNvPr>
              <p:cNvSpPr/>
              <p:nvPr userDrawn="1"/>
            </p:nvSpPr>
            <p:spPr>
              <a:xfrm>
                <a:off x="-1302314" y="2249261"/>
                <a:ext cx="265450" cy="27350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4AC149C-81AA-0174-6BC3-1BA98E4607A2}"/>
                  </a:ext>
                </a:extLst>
              </p:cNvPr>
              <p:cNvSpPr/>
              <p:nvPr userDrawn="1"/>
            </p:nvSpPr>
            <p:spPr>
              <a:xfrm>
                <a:off x="-896953" y="2249261"/>
                <a:ext cx="265450" cy="27350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374C9D8-C22D-A179-FAD3-B4FD3FE4B450}"/>
                  </a:ext>
                </a:extLst>
              </p:cNvPr>
              <p:cNvSpPr/>
              <p:nvPr userDrawn="1"/>
            </p:nvSpPr>
            <p:spPr>
              <a:xfrm>
                <a:off x="-491592" y="2249261"/>
                <a:ext cx="265450" cy="27350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635058-CD6E-BF3E-F2CC-BD836A666D6B}"/>
                </a:ext>
              </a:extLst>
            </p:cNvPr>
            <p:cNvSpPr txBox="1"/>
            <p:nvPr userDrawn="1"/>
          </p:nvSpPr>
          <p:spPr>
            <a:xfrm>
              <a:off x="-1366725" y="2719785"/>
              <a:ext cx="120713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b="1" dirty="0"/>
                <a:t>FONTS</a:t>
              </a:r>
            </a:p>
            <a:p>
              <a:pPr algn="ctr"/>
              <a:endParaRPr lang="en-GB" sz="900" b="1" dirty="0"/>
            </a:p>
            <a:p>
              <a:pPr algn="ctr"/>
              <a:r>
                <a:rPr lang="en-GB" sz="900" b="1" dirty="0"/>
                <a:t>GARET BOLD IN UPPERCASE FOR TITLES </a:t>
              </a:r>
            </a:p>
            <a:p>
              <a:pPr algn="ctr"/>
              <a:r>
                <a:rPr lang="en-GB" sz="900" b="1" dirty="0"/>
                <a:t>size 40</a:t>
              </a:r>
            </a:p>
            <a:p>
              <a:pPr algn="ctr"/>
              <a:endParaRPr lang="en-GB" sz="900" b="1" dirty="0"/>
            </a:p>
            <a:p>
              <a:pPr algn="ctr"/>
              <a:r>
                <a:rPr lang="en-GB" sz="900" b="0" dirty="0"/>
                <a:t>Regular Garet for everything else </a:t>
              </a:r>
            </a:p>
            <a:p>
              <a:pPr algn="ctr"/>
              <a:r>
                <a:rPr lang="en-GB" sz="900" b="0" dirty="0"/>
                <a:t>size 20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07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76" r:id="rId5"/>
    <p:sldLayoutId id="2147483677" r:id="rId6"/>
    <p:sldLayoutId id="2147483667" r:id="rId7"/>
    <p:sldLayoutId id="2147483678" r:id="rId8"/>
    <p:sldLayoutId id="2147483679" r:id="rId9"/>
    <p:sldLayoutId id="2147483668" r:id="rId10"/>
    <p:sldLayoutId id="2147483669" r:id="rId11"/>
    <p:sldLayoutId id="2147483681" r:id="rId12"/>
    <p:sldLayoutId id="2147483671" r:id="rId13"/>
    <p:sldLayoutId id="2147483672" r:id="rId14"/>
    <p:sldLayoutId id="2147483674" r:id="rId15"/>
    <p:sldLayoutId id="2147483680" r:id="rId16"/>
    <p:sldLayoutId id="214748367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9376E"/>
          </a:solidFill>
          <a:latin typeface="Gare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156" userDrawn="1">
          <p15:clr>
            <a:srgbClr val="F26B43"/>
          </p15:clr>
        </p15:guide>
        <p15:guide id="4" pos="189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77DE-9176-9D61-FC02-6E8F24FDF9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PRESENTATION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9BDFFC-1FAA-D2F8-DFAE-6EF02E9EBD39}"/>
              </a:ext>
            </a:extLst>
          </p:cNvPr>
          <p:cNvGrpSpPr/>
          <p:nvPr/>
        </p:nvGrpSpPr>
        <p:grpSpPr>
          <a:xfrm>
            <a:off x="880533" y="3429000"/>
            <a:ext cx="4665133" cy="671297"/>
            <a:chOff x="1430867" y="3789363"/>
            <a:chExt cx="3530599" cy="67129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6BE8C7-CFA7-4049-EA53-AE3BFDCDB296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0671077-3E78-63B5-7C91-176C798EAD73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D2067E9E-FA62-82E8-88C0-E898A9B2CD98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" name="Text Placeholder 17">
              <a:extLst>
                <a:ext uri="{FF2B5EF4-FFF2-40B4-BE49-F238E27FC236}">
                  <a16:creationId xmlns:a16="http://schemas.microsoft.com/office/drawing/2014/main" id="{E35E01E4-8CD5-AF37-523E-0AA4C915B81C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Speaker 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BD636A-72B2-D7F4-7EE1-C8EC4DE73587}"/>
              </a:ext>
            </a:extLst>
          </p:cNvPr>
          <p:cNvGrpSpPr/>
          <p:nvPr/>
        </p:nvGrpSpPr>
        <p:grpSpPr>
          <a:xfrm>
            <a:off x="880533" y="4251110"/>
            <a:ext cx="4665133" cy="671297"/>
            <a:chOff x="1430867" y="3789363"/>
            <a:chExt cx="3530599" cy="67129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5D1DC3-6E42-B787-C5AE-E6E4E1A37299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B47BC15F-5AF0-A82F-CA55-891D146F26C1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A316AC3-90D1-37C1-CE2C-BB4CC73758ED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Text Placeholder 17">
              <a:extLst>
                <a:ext uri="{FF2B5EF4-FFF2-40B4-BE49-F238E27FC236}">
                  <a16:creationId xmlns:a16="http://schemas.microsoft.com/office/drawing/2014/main" id="{80C86755-7576-0BDF-F950-1715F868BBD3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Speaker 2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1A1CC7-0F69-92E2-D183-1C9AC488538B}"/>
              </a:ext>
            </a:extLst>
          </p:cNvPr>
          <p:cNvGrpSpPr/>
          <p:nvPr/>
        </p:nvGrpSpPr>
        <p:grpSpPr>
          <a:xfrm>
            <a:off x="880533" y="5073220"/>
            <a:ext cx="4665133" cy="671297"/>
            <a:chOff x="1430867" y="3789363"/>
            <a:chExt cx="3530599" cy="67129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718D41F-DD48-D14D-7CCC-83B4CAB26A2A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5D9AE6C-B5AB-AD46-0957-1BF46C78B107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E2EDA7A-E4D1-D642-8D12-F2D74D34440E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9" name="Text Placeholder 17">
              <a:extLst>
                <a:ext uri="{FF2B5EF4-FFF2-40B4-BE49-F238E27FC236}">
                  <a16:creationId xmlns:a16="http://schemas.microsoft.com/office/drawing/2014/main" id="{8713D152-AA88-FD8B-3CEE-4FCAEF0B85E1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Speaker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044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4A8E766-D041-9B6B-9F4F-1E854C52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Sponsors’s</a:t>
            </a:r>
            <a:r>
              <a:rPr lang="en-US" dirty="0"/>
              <a:t> page place holder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BBB31F-8715-385A-5912-D146A15B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34EF763-FEF5-41B7-B3EE-DB7F8F9EC2F0}" type="slidenum">
              <a:rPr lang="en-GB" smtClean="0"/>
              <a:pPr algn="l"/>
              <a:t>2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6142B77-0333-156A-CB81-E677631F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39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B9C3-D43F-B82E-0B4B-447573B6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7EEF72-B044-C8A9-612B-B6BDE6153F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19D409A-66E9-9FA2-B373-D69D85DF21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6892433-FF0A-925F-D92F-CBEA8634FC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7D5970A-DC03-16E9-5672-229244A164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26F8A3C-6555-799D-B79C-BAD7A49505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3A8FEF06-0D37-10E2-3845-97052F0258A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fld id="{F34EF763-FEF5-41B7-B3EE-DB7F8F9EC2F0}" type="slidenum">
              <a:rPr lang="en-GB" smtClean="0"/>
              <a:pPr algn="l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01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D589A-F988-055F-0CF8-F6B5DBBC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 OF THIS SECTION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9EE6DA5-FAD6-C49F-A8F3-3CC65DBF7A0F}"/>
              </a:ext>
            </a:extLst>
          </p:cNvPr>
          <p:cNvSpPr txBox="1">
            <a:spLocks/>
          </p:cNvSpPr>
          <p:nvPr/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EF763-FEF5-41B7-B3EE-DB7F8F9EC2F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19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34530D-4840-2763-ADBC-1C3F12B0E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9296-B0D0-4568-45C9-3E1C788B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49235-EC0A-31EF-B13C-F90A03333C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2101074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51361-A95F-D0F3-7086-C1A015B9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271CE-4409-F9D4-9AB6-A49933FA1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Bullet point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0F2EE-3B62-62E4-C610-B8B03939F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Bullet points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0BA43A-598B-4611-5CEA-4A51270A1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Title of this column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FD73F3-56DE-9C3F-0444-F3AD24C95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Title of this column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A639-D9DE-F88E-02B4-212060AE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7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62EA4-EA1E-002C-8A20-E101997B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070C7-B7E5-B00C-0465-4ABD0DE10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247D8-EE71-732F-C3B9-621AD71E6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540377-1D79-E552-D827-9328962BF8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Title of this column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7DFF26-3864-8315-C0DC-D18F8BFE3A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Title of this column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7122FB-AD61-D2DB-C933-8D6AA486F5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E4A9A2-1F7B-8D74-7101-85E9753C56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EE2086-94F6-18BA-D85E-6BACB4942B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GB" dirty="0"/>
              <a:t>Title of this column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5E38CB-2B4D-56DE-827B-4929DF45A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GB" dirty="0"/>
              <a:t>Title of this column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C7F77B-4780-2BB0-B093-6CC2FD41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33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3BA7EF6-3F99-D352-6423-FFDDE8387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420045-F63D-6E29-FE93-C0096F5DBB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FE7789-0923-1911-3711-614247B78055}"/>
              </a:ext>
            </a:extLst>
          </p:cNvPr>
          <p:cNvGrpSpPr/>
          <p:nvPr/>
        </p:nvGrpSpPr>
        <p:grpSpPr>
          <a:xfrm>
            <a:off x="300038" y="5819089"/>
            <a:ext cx="5795962" cy="671297"/>
            <a:chOff x="1430867" y="3789363"/>
            <a:chExt cx="3530599" cy="67129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2A0977F-B16F-748C-A33E-46F0E70C6553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28D7FC9-7595-6382-6D59-32E0663771D5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AFBFF8F-1828-B700-6D30-ECBEA89A01E2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5" name="Text Placeholder 17">
              <a:extLst>
                <a:ext uri="{FF2B5EF4-FFF2-40B4-BE49-F238E27FC236}">
                  <a16:creationId xmlns:a16="http://schemas.microsoft.com/office/drawing/2014/main" id="{D5F0F59D-B01E-3E5C-B59B-6919F625F504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05937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Information about the picture</a:t>
              </a: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62B3DF8-42C1-3E68-3814-7A1B1A19C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47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9BDB1-1396-65B0-3310-8AFE1845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D2406BF-2D57-0B56-CFBB-F5CC196F63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9D3B41-AEDA-D705-E588-D2D391D5A4C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6DDB118-C22A-91DC-27EB-4B3BD60D48E0}"/>
              </a:ext>
            </a:extLst>
          </p:cNvPr>
          <p:cNvGrpSpPr/>
          <p:nvPr/>
        </p:nvGrpSpPr>
        <p:grpSpPr>
          <a:xfrm>
            <a:off x="300038" y="1640681"/>
            <a:ext cx="5382154" cy="671297"/>
            <a:chOff x="1430867" y="3789363"/>
            <a:chExt cx="3530599" cy="67129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5B52905-611D-8680-3FA0-5F1E5D1784C8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3DBD9E47-62BA-201D-07CE-3DA01F27C2B8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D40BD3A-3D07-1767-CFC0-E69ED416FC51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9" name="Text Placeholder 17">
              <a:extLst>
                <a:ext uri="{FF2B5EF4-FFF2-40B4-BE49-F238E27FC236}">
                  <a16:creationId xmlns:a16="http://schemas.microsoft.com/office/drawing/2014/main" id="{AB2D44D5-A382-5CDA-B1C7-7025AEE99702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title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67195F-5D2C-D9C3-15F2-B67F43BC3D0D}"/>
              </a:ext>
            </a:extLst>
          </p:cNvPr>
          <p:cNvGrpSpPr/>
          <p:nvPr/>
        </p:nvGrpSpPr>
        <p:grpSpPr>
          <a:xfrm>
            <a:off x="6492346" y="1644336"/>
            <a:ext cx="5382154" cy="671297"/>
            <a:chOff x="1430867" y="3789363"/>
            <a:chExt cx="3530599" cy="67129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92E7E3A-6AB3-7181-23B4-21E5356E4A80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1C4EA52F-6950-E675-545B-5BE88313EFED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2449382A-0FB3-7F50-86A1-954709301407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Text Placeholder 17">
              <a:extLst>
                <a:ext uri="{FF2B5EF4-FFF2-40B4-BE49-F238E27FC236}">
                  <a16:creationId xmlns:a16="http://schemas.microsoft.com/office/drawing/2014/main" id="{0621C36F-511E-78C7-9790-381129130A91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title</a:t>
              </a:r>
            </a:p>
          </p:txBody>
        </p:sp>
      </p:grp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237D918-B49D-DF48-CD77-5CB3399B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596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B262C1-2292-32CC-7B13-70C9C82A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F10781D-CDF0-F16F-BD27-181BAB6C9C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0038" y="1947863"/>
            <a:ext cx="3666067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22B0057-9DAB-E73B-5952-2F687A5065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45504" y="1947863"/>
            <a:ext cx="3666067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5D4FB9-C017-5480-8D03-CD3B5AD6F5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6209" y="1947863"/>
            <a:ext cx="3666067" cy="4206875"/>
          </a:xfrm>
        </p:spPr>
        <p:txBody>
          <a:bodyPr/>
          <a:lstStyle/>
          <a:p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D440B7-81D9-23CA-69FA-FDC34F724EFD}"/>
              </a:ext>
            </a:extLst>
          </p:cNvPr>
          <p:cNvGrpSpPr/>
          <p:nvPr/>
        </p:nvGrpSpPr>
        <p:grpSpPr>
          <a:xfrm>
            <a:off x="300038" y="1640681"/>
            <a:ext cx="3670829" cy="671297"/>
            <a:chOff x="1430867" y="3789363"/>
            <a:chExt cx="3530599" cy="6712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9B5B4B-551B-14FD-2986-8BDBD27D99DE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0AF14AC-3D59-4A38-5C2C-C7C39BB9141E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45F8419-3106-B0B2-E930-3B6CB9AA188F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1" name="Text Placeholder 17">
              <a:extLst>
                <a:ext uri="{FF2B5EF4-FFF2-40B4-BE49-F238E27FC236}">
                  <a16:creationId xmlns:a16="http://schemas.microsoft.com/office/drawing/2014/main" id="{9AA614EC-CE19-0101-514C-7C676AD51810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title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5E4CF7-7FF4-2759-4183-05E069C1B058}"/>
              </a:ext>
            </a:extLst>
          </p:cNvPr>
          <p:cNvGrpSpPr/>
          <p:nvPr/>
        </p:nvGrpSpPr>
        <p:grpSpPr>
          <a:xfrm>
            <a:off x="4240743" y="1640681"/>
            <a:ext cx="3670829" cy="671297"/>
            <a:chOff x="1430867" y="3789363"/>
            <a:chExt cx="3530599" cy="67129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998DEE-DAA7-811C-00EE-F1B9C9480432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9F363EB-48BA-AB68-576B-781B93D9AB08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BEE1D0E0-F2C5-D5DE-43F8-3E04A2A0915A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6" name="Text Placeholder 17">
              <a:extLst>
                <a:ext uri="{FF2B5EF4-FFF2-40B4-BE49-F238E27FC236}">
                  <a16:creationId xmlns:a16="http://schemas.microsoft.com/office/drawing/2014/main" id="{4ABA2EF0-FE60-992A-D044-8AAF2183E9A0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title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6453B8-682B-FAB6-2FAF-558287B237CB}"/>
              </a:ext>
            </a:extLst>
          </p:cNvPr>
          <p:cNvGrpSpPr/>
          <p:nvPr/>
        </p:nvGrpSpPr>
        <p:grpSpPr>
          <a:xfrm>
            <a:off x="8181448" y="1640681"/>
            <a:ext cx="3670829" cy="671297"/>
            <a:chOff x="1430867" y="3789363"/>
            <a:chExt cx="3530599" cy="67129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D679795-2BC4-FAEC-59F1-904E3B992F62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3D429CEE-55D1-1C42-D565-61478E75B52A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68B2B7D9-CBF8-922B-3EA8-ECA050AF12DF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1" name="Text Placeholder 17">
              <a:extLst>
                <a:ext uri="{FF2B5EF4-FFF2-40B4-BE49-F238E27FC236}">
                  <a16:creationId xmlns:a16="http://schemas.microsoft.com/office/drawing/2014/main" id="{48A54233-2AD4-96A2-37D2-09482593518E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title</a:t>
              </a:r>
            </a:p>
          </p:txBody>
        </p:sp>
      </p:grp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9D008E3-548A-D241-FB50-5E68FE90E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15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F14DBD-EAD2-6C75-3F3D-66A4EC34F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3D82D-0BFC-B7E1-3936-EE0E5107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11</a:t>
            </a:fld>
            <a:endParaRPr lang="en-GB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37A5CDA4-3761-9109-2270-431220FC77A4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722032661"/>
              </p:ext>
            </p:extLst>
          </p:nvPr>
        </p:nvGraphicFramePr>
        <p:xfrm>
          <a:off x="300038" y="1649413"/>
          <a:ext cx="11557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400">
                  <a:extLst>
                    <a:ext uri="{9D8B030D-6E8A-4147-A177-3AD203B41FA5}">
                      <a16:colId xmlns:a16="http://schemas.microsoft.com/office/drawing/2014/main" val="1442234588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1479081708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155476174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790181924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1315327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87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42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7906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0A079B-19B8-29C3-8783-73A95B240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FE464-A326-923E-F40B-8E84D1416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12</a:t>
            </a:fld>
            <a:endParaRPr lang="en-GB"/>
          </a:p>
        </p:txBody>
      </p:sp>
      <p:graphicFrame>
        <p:nvGraphicFramePr>
          <p:cNvPr id="11" name="Chart Placeholder 10">
            <a:extLst>
              <a:ext uri="{FF2B5EF4-FFF2-40B4-BE49-F238E27FC236}">
                <a16:creationId xmlns:a16="http://schemas.microsoft.com/office/drawing/2014/main" id="{FFB6CABA-6C96-D2FD-3F24-43E1D969E8BD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2615419736"/>
              </p:ext>
            </p:extLst>
          </p:nvPr>
        </p:nvGraphicFramePr>
        <p:xfrm>
          <a:off x="300038" y="1639888"/>
          <a:ext cx="11561762" cy="4583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29376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D7E8393-D87A-F0CA-E9CA-099486706998}"/>
              </a:ext>
            </a:extLst>
          </p:cNvPr>
          <p:cNvSpPr txBox="1">
            <a:spLocks/>
          </p:cNvSpPr>
          <p:nvPr/>
        </p:nvSpPr>
        <p:spPr>
          <a:xfrm>
            <a:off x="300038" y="812253"/>
            <a:ext cx="11561762" cy="828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09376E"/>
                </a:solidFill>
                <a:latin typeface="Garet"/>
                <a:ea typeface="+mj-ea"/>
                <a:cs typeface="+mj-cs"/>
              </a:defRPr>
            </a:lvl1pPr>
          </a:lstStyle>
          <a:p>
            <a:r>
              <a:rPr lang="en-GB"/>
              <a:t>TIMELINE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F30EAD-956E-BF0F-DA8B-4C63B88B6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04289" y="6341837"/>
            <a:ext cx="715010" cy="365125"/>
          </a:xfrm>
        </p:spPr>
        <p:txBody>
          <a:bodyPr/>
          <a:lstStyle/>
          <a:p>
            <a:fld id="{F34EF763-FEF5-41B7-B3EE-DB7F8F9EC2F0}" type="slidenum">
              <a:rPr lang="en-GB" smtClean="0"/>
              <a:t>13</a:t>
            </a:fld>
            <a:endParaRPr lang="en-GB" dirty="0"/>
          </a:p>
        </p:txBody>
      </p:sp>
      <p:sp>
        <p:nvSpPr>
          <p:cNvPr id="7" name="Month 1">
            <a:extLst>
              <a:ext uri="{FF2B5EF4-FFF2-40B4-BE49-F238E27FC236}">
                <a16:creationId xmlns:a16="http://schemas.microsoft.com/office/drawing/2014/main" id="{71CE2BEA-3CC0-C39C-FB35-219F9B5EFB3C}"/>
              </a:ext>
            </a:extLst>
          </p:cNvPr>
          <p:cNvSpPr/>
          <p:nvPr/>
        </p:nvSpPr>
        <p:spPr>
          <a:xfrm>
            <a:off x="300038" y="2350000"/>
            <a:ext cx="3681412" cy="420000"/>
          </a:xfrm>
          <a:prstGeom prst="roundRect">
            <a:avLst>
              <a:gd name="adj" fmla="val 50000"/>
            </a:avLst>
          </a:prstGeom>
          <a:solidFill>
            <a:srgbClr val="09376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+mn-lt"/>
              </a:rPr>
              <a:t>Month 1</a:t>
            </a:r>
          </a:p>
        </p:txBody>
      </p:sp>
      <p:sp>
        <p:nvSpPr>
          <p:cNvPr id="8" name="Month 2">
            <a:extLst>
              <a:ext uri="{FF2B5EF4-FFF2-40B4-BE49-F238E27FC236}">
                <a16:creationId xmlns:a16="http://schemas.microsoft.com/office/drawing/2014/main" id="{34426FEA-D48F-6DD0-97BC-F9134ED04C1F}"/>
              </a:ext>
            </a:extLst>
          </p:cNvPr>
          <p:cNvSpPr/>
          <p:nvPr/>
        </p:nvSpPr>
        <p:spPr>
          <a:xfrm>
            <a:off x="4240213" y="2350000"/>
            <a:ext cx="3681412" cy="420000"/>
          </a:xfrm>
          <a:prstGeom prst="roundRect">
            <a:avLst>
              <a:gd name="adj" fmla="val 4206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+mn-lt"/>
              </a:rPr>
              <a:t>Month 2</a:t>
            </a:r>
          </a:p>
        </p:txBody>
      </p:sp>
      <p:sp>
        <p:nvSpPr>
          <p:cNvPr id="9" name="Month 3">
            <a:extLst>
              <a:ext uri="{FF2B5EF4-FFF2-40B4-BE49-F238E27FC236}">
                <a16:creationId xmlns:a16="http://schemas.microsoft.com/office/drawing/2014/main" id="{E7975FB5-BDFC-3109-978A-5015928B0CA6}"/>
              </a:ext>
            </a:extLst>
          </p:cNvPr>
          <p:cNvSpPr/>
          <p:nvPr/>
        </p:nvSpPr>
        <p:spPr>
          <a:xfrm>
            <a:off x="8175626" y="2350000"/>
            <a:ext cx="3681412" cy="420000"/>
          </a:xfrm>
          <a:prstGeom prst="roundRect">
            <a:avLst>
              <a:gd name="adj" fmla="val 38438"/>
            </a:avLst>
          </a:pr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+mn-lt"/>
              </a:rPr>
              <a:t>Month 3</a:t>
            </a:r>
          </a:p>
        </p:txBody>
      </p:sp>
      <p:cxnSp>
        <p:nvCxnSpPr>
          <p:cNvPr id="10" name="Axis">
            <a:extLst>
              <a:ext uri="{FF2B5EF4-FFF2-40B4-BE49-F238E27FC236}">
                <a16:creationId xmlns:a16="http://schemas.microsoft.com/office/drawing/2014/main" id="{3E885203-9250-1823-FB16-3478A0F54E35}"/>
              </a:ext>
            </a:extLst>
          </p:cNvPr>
          <p:cNvCxnSpPr>
            <a:cxnSpLocks/>
          </p:cNvCxnSpPr>
          <p:nvPr/>
        </p:nvCxnSpPr>
        <p:spPr>
          <a:xfrm>
            <a:off x="300038" y="4310000"/>
            <a:ext cx="11557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Dot 1">
            <a:extLst>
              <a:ext uri="{FF2B5EF4-FFF2-40B4-BE49-F238E27FC236}">
                <a16:creationId xmlns:a16="http://schemas.microsoft.com/office/drawing/2014/main" id="{27E86822-6154-B400-442B-7B293E7660C2}"/>
              </a:ext>
            </a:extLst>
          </p:cNvPr>
          <p:cNvSpPr/>
          <p:nvPr/>
        </p:nvSpPr>
        <p:spPr>
          <a:xfrm>
            <a:off x="1310000" y="4170000"/>
            <a:ext cx="280000" cy="280000"/>
          </a:xfrm>
          <a:prstGeom prst="ellipse">
            <a:avLst/>
          </a:prstGeom>
          <a:solidFill>
            <a:srgbClr val="09376E"/>
          </a:solidFill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Dot 2">
            <a:extLst>
              <a:ext uri="{FF2B5EF4-FFF2-40B4-BE49-F238E27FC236}">
                <a16:creationId xmlns:a16="http://schemas.microsoft.com/office/drawing/2014/main" id="{DA57EBD9-38B0-54DE-E1FD-0A4B58F1EF1B}"/>
              </a:ext>
            </a:extLst>
          </p:cNvPr>
          <p:cNvSpPr/>
          <p:nvPr/>
        </p:nvSpPr>
        <p:spPr>
          <a:xfrm>
            <a:off x="3110000" y="4170000"/>
            <a:ext cx="280000" cy="280000"/>
          </a:xfrm>
          <a:prstGeom prst="ellipse">
            <a:avLst/>
          </a:prstGeom>
          <a:solidFill>
            <a:srgbClr val="09376E"/>
          </a:solidFill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ot 3">
            <a:extLst>
              <a:ext uri="{FF2B5EF4-FFF2-40B4-BE49-F238E27FC236}">
                <a16:creationId xmlns:a16="http://schemas.microsoft.com/office/drawing/2014/main" id="{AC59B222-1F26-4C6A-3880-297007473D07}"/>
              </a:ext>
            </a:extLst>
          </p:cNvPr>
          <p:cNvSpPr/>
          <p:nvPr/>
        </p:nvSpPr>
        <p:spPr>
          <a:xfrm>
            <a:off x="4956000" y="4170000"/>
            <a:ext cx="280000" cy="280000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Dot 4">
            <a:extLst>
              <a:ext uri="{FF2B5EF4-FFF2-40B4-BE49-F238E27FC236}">
                <a16:creationId xmlns:a16="http://schemas.microsoft.com/office/drawing/2014/main" id="{AC86FF6D-1413-6B91-F1B3-874977AC320B}"/>
              </a:ext>
            </a:extLst>
          </p:cNvPr>
          <p:cNvSpPr/>
          <p:nvPr/>
        </p:nvSpPr>
        <p:spPr>
          <a:xfrm>
            <a:off x="6756000" y="4170000"/>
            <a:ext cx="280000" cy="280000"/>
          </a:xfrm>
          <a:prstGeom prst="ellipse">
            <a:avLst/>
          </a:prstGeom>
          <a:solidFill>
            <a:schemeClr val="accent2"/>
          </a:solidFill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Dot 5">
            <a:extLst>
              <a:ext uri="{FF2B5EF4-FFF2-40B4-BE49-F238E27FC236}">
                <a16:creationId xmlns:a16="http://schemas.microsoft.com/office/drawing/2014/main" id="{B69CDC1A-C463-8988-5175-3C5B6438590F}"/>
              </a:ext>
            </a:extLst>
          </p:cNvPr>
          <p:cNvSpPr/>
          <p:nvPr/>
        </p:nvSpPr>
        <p:spPr>
          <a:xfrm>
            <a:off x="8602000" y="4170000"/>
            <a:ext cx="280000" cy="280000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Dot 6">
            <a:extLst>
              <a:ext uri="{FF2B5EF4-FFF2-40B4-BE49-F238E27FC236}">
                <a16:creationId xmlns:a16="http://schemas.microsoft.com/office/drawing/2014/main" id="{D0A9CA17-849D-020A-345C-9B9280D0CA16}"/>
              </a:ext>
            </a:extLst>
          </p:cNvPr>
          <p:cNvSpPr/>
          <p:nvPr/>
        </p:nvSpPr>
        <p:spPr>
          <a:xfrm>
            <a:off x="10402000" y="4170000"/>
            <a:ext cx="280000" cy="280000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18F963B8-1DA5-21E5-E73E-B176337EB6D3}"/>
              </a:ext>
            </a:extLst>
          </p:cNvPr>
          <p:cNvSpPr txBox="1">
            <a:spLocks/>
          </p:cNvSpPr>
          <p:nvPr/>
        </p:nvSpPr>
        <p:spPr>
          <a:xfrm>
            <a:off x="919299" y="3791138"/>
            <a:ext cx="1061402" cy="296863"/>
          </a:xfrm>
          <a:prstGeom prst="rect">
            <a:avLst/>
          </a:prstGeom>
        </p:spPr>
        <p:txBody>
          <a:bodyPr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Event 1</a:t>
            </a:r>
            <a:endParaRPr lang="en-GB" dirty="0"/>
          </a:p>
        </p:txBody>
      </p:sp>
      <p:sp>
        <p:nvSpPr>
          <p:cNvPr id="18" name="Text Placeholder 26">
            <a:extLst>
              <a:ext uri="{FF2B5EF4-FFF2-40B4-BE49-F238E27FC236}">
                <a16:creationId xmlns:a16="http://schemas.microsoft.com/office/drawing/2014/main" id="{12A4BE9E-172A-2937-2C77-3C6C7774C961}"/>
              </a:ext>
            </a:extLst>
          </p:cNvPr>
          <p:cNvSpPr txBox="1">
            <a:spLocks/>
          </p:cNvSpPr>
          <p:nvPr/>
        </p:nvSpPr>
        <p:spPr>
          <a:xfrm>
            <a:off x="2719299" y="4544729"/>
            <a:ext cx="1061402" cy="296863"/>
          </a:xfrm>
          <a:prstGeom prst="rect">
            <a:avLst/>
          </a:prstGeom>
        </p:spPr>
        <p:txBody>
          <a:bodyPr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Event 2</a:t>
            </a:r>
            <a:endParaRPr lang="en-GB" dirty="0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D0CE27DA-029F-1476-1969-A29563FE8F03}"/>
              </a:ext>
            </a:extLst>
          </p:cNvPr>
          <p:cNvSpPr txBox="1">
            <a:spLocks/>
          </p:cNvSpPr>
          <p:nvPr/>
        </p:nvSpPr>
        <p:spPr>
          <a:xfrm>
            <a:off x="4565299" y="3786840"/>
            <a:ext cx="1061402" cy="296863"/>
          </a:xfrm>
          <a:prstGeom prst="rect">
            <a:avLst/>
          </a:prstGeom>
        </p:spPr>
        <p:txBody>
          <a:bodyPr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Gare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Event 3</a:t>
            </a:r>
            <a:endParaRPr lang="en-GB" dirty="0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2FE04217-8A2E-AA1D-CF7C-0ECBA4FC7767}"/>
              </a:ext>
            </a:extLst>
          </p:cNvPr>
          <p:cNvSpPr txBox="1">
            <a:spLocks/>
          </p:cNvSpPr>
          <p:nvPr/>
        </p:nvSpPr>
        <p:spPr>
          <a:xfrm>
            <a:off x="6365299" y="4544728"/>
            <a:ext cx="1061402" cy="296863"/>
          </a:xfrm>
          <a:prstGeom prst="rect">
            <a:avLst/>
          </a:prstGeom>
        </p:spPr>
        <p:txBody>
          <a:bodyPr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2"/>
                </a:solidFill>
                <a:latin typeface="Gare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Event 4</a:t>
            </a:r>
            <a:endParaRPr lang="en-GB" dirty="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86784D44-FE67-4B07-627C-25D9450AC030}"/>
              </a:ext>
            </a:extLst>
          </p:cNvPr>
          <p:cNvSpPr txBox="1">
            <a:spLocks/>
          </p:cNvSpPr>
          <p:nvPr/>
        </p:nvSpPr>
        <p:spPr>
          <a:xfrm>
            <a:off x="8175626" y="3786840"/>
            <a:ext cx="1061402" cy="296863"/>
          </a:xfrm>
          <a:prstGeom prst="rect">
            <a:avLst/>
          </a:prstGeom>
        </p:spPr>
        <p:txBody>
          <a:bodyPr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Gare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Event 5</a:t>
            </a:r>
            <a:endParaRPr lang="en-GB" dirty="0"/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CEE4B7E5-C1F4-4173-BE56-C2187464C1EA}"/>
              </a:ext>
            </a:extLst>
          </p:cNvPr>
          <p:cNvSpPr txBox="1">
            <a:spLocks/>
          </p:cNvSpPr>
          <p:nvPr/>
        </p:nvSpPr>
        <p:spPr>
          <a:xfrm>
            <a:off x="10055226" y="4544727"/>
            <a:ext cx="1061402" cy="296863"/>
          </a:xfrm>
          <a:prstGeom prst="rect">
            <a:avLst/>
          </a:prstGeom>
        </p:spPr>
        <p:txBody>
          <a:bodyPr/>
          <a:lstStyle>
            <a:lvl1pPr marL="228600" indent="-22860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Gare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are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Event 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53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FAA8FC-CED8-8EAC-1B6C-20B4A149B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14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9BB951A-F0B4-1FB6-2097-2ECB2D31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/>
              <a:t>Add the quotation here. Keep it short, punchy and memorable — two lines work best on this layout.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67AC99-39C5-C99E-84F0-3920FCEC05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AUTHOR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A8BB99-8EBA-B0A4-1BC1-4D9EF1BAE5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330325" y="5018716"/>
            <a:ext cx="2509520" cy="269875"/>
          </a:xfrm>
        </p:spPr>
        <p:txBody>
          <a:bodyPr/>
          <a:lstStyle/>
          <a:p>
            <a:r>
              <a:rPr lang="en-GB" dirty="0"/>
              <a:t>YEAR, SOURCE</a:t>
            </a:r>
          </a:p>
        </p:txBody>
      </p:sp>
    </p:spTree>
    <p:extLst>
      <p:ext uri="{BB962C8B-B14F-4D97-AF65-F5344CB8AC3E}">
        <p14:creationId xmlns:p14="http://schemas.microsoft.com/office/powerpoint/2010/main" val="4001569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46311C-7ABC-8935-AA76-3FE3DDCCD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577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6D7DF-543F-1D3F-403F-46B9660CC31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77BE4EE-977B-AD9B-32B1-74CB9EF4CF4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E18B2E-70F0-A0CE-7C2D-1FA45692766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CC0E50C-CB57-7C7C-06E6-2E31ABE4FCD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6A8D376-7E1B-4E6A-1289-D67F6E4B7FD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02FACDA-14C0-9A01-16E9-A0E8F7B4253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7D27B16-B304-1B40-8169-EBFE78BD87A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BFB5AAC-1D80-3C8A-2734-3A2B1A83832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A05F3F8-5890-C71C-EFB0-C4A07A41BD0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6B9F91-DC74-AC9D-D815-171FB7A00E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677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00ADA-DE96-EB5B-1E1D-5F440678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3200" dirty="0"/>
              <a:t>Additional elements</a:t>
            </a:r>
            <a:br>
              <a:rPr lang="en-GB" sz="3200" dirty="0"/>
            </a:br>
            <a:r>
              <a:rPr lang="en-GB" sz="3200" dirty="0"/>
              <a:t>you can copy and paste them to other slides if needed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400808-8759-08D6-608A-13E333B02EA1}"/>
              </a:ext>
            </a:extLst>
          </p:cNvPr>
          <p:cNvGrpSpPr/>
          <p:nvPr/>
        </p:nvGrpSpPr>
        <p:grpSpPr>
          <a:xfrm>
            <a:off x="323850" y="1926697"/>
            <a:ext cx="4665133" cy="671297"/>
            <a:chOff x="1430867" y="3789363"/>
            <a:chExt cx="3530599" cy="67129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3B85A1E-AF17-9F30-E46F-37C601B8E354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753B5217-B90F-9472-9134-9125BAA5A1F1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D1F57E98-748A-EF04-BBB8-B498EEB74F57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" name="Text Placeholder 17">
              <a:extLst>
                <a:ext uri="{FF2B5EF4-FFF2-40B4-BE49-F238E27FC236}">
                  <a16:creationId xmlns:a16="http://schemas.microsoft.com/office/drawing/2014/main" id="{A9FDDE53-864F-D989-8074-82B2844CFF5F}"/>
                </a:ext>
              </a:extLst>
            </p:cNvPr>
            <p:cNvSpPr txBox="1">
              <a:spLocks/>
            </p:cNvSpPr>
            <p:nvPr/>
          </p:nvSpPr>
          <p:spPr>
            <a:xfrm>
              <a:off x="1440308" y="390085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text</a:t>
              </a:r>
            </a:p>
          </p:txBody>
        </p:sp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A379EC6D-875E-61A9-B614-4A66C25F04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3850" y="3109849"/>
            <a:ext cx="3067252" cy="93483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3114B20-3159-18F8-8E69-518556BF68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802164"/>
            <a:ext cx="4461933" cy="2037976"/>
          </a:xfrm>
          <a:prstGeom prst="rect">
            <a:avLst/>
          </a:prstGeom>
        </p:spPr>
      </p:pic>
      <p:sp>
        <p:nvSpPr>
          <p:cNvPr id="14" name="Graphic 9">
            <a:extLst>
              <a:ext uri="{FF2B5EF4-FFF2-40B4-BE49-F238E27FC236}">
                <a16:creationId xmlns:a16="http://schemas.microsoft.com/office/drawing/2014/main" id="{912CB050-3A19-82D8-8B4E-FCF6BB2A6468}"/>
              </a:ext>
            </a:extLst>
          </p:cNvPr>
          <p:cNvSpPr/>
          <p:nvPr/>
        </p:nvSpPr>
        <p:spPr>
          <a:xfrm>
            <a:off x="6096000" y="4186236"/>
            <a:ext cx="4461933" cy="1253067"/>
          </a:xfrm>
          <a:prstGeom prst="roundRect">
            <a:avLst>
              <a:gd name="adj" fmla="val 7123"/>
            </a:avLst>
          </a:prstGeom>
          <a:gradFill>
            <a:gsLst>
              <a:gs pos="0">
                <a:srgbClr val="5E8AA7"/>
              </a:gs>
              <a:gs pos="16000">
                <a:srgbClr val="618BA5"/>
              </a:gs>
              <a:gs pos="79000">
                <a:srgbClr val="DAAE7D"/>
              </a:gs>
              <a:gs pos="100000">
                <a:srgbClr val="DAAF7D"/>
              </a:gs>
            </a:gsLst>
            <a:lin ang="7048150" scaled="1"/>
          </a:gradFill>
          <a:ln w="12672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B012309-8EBE-58B1-0BF9-605E2A784E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038" y="4402240"/>
            <a:ext cx="4688945" cy="52906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AD2814C-0440-CBD1-294A-B110FF02BBD8}"/>
              </a:ext>
            </a:extLst>
          </p:cNvPr>
          <p:cNvGrpSpPr/>
          <p:nvPr/>
        </p:nvGrpSpPr>
        <p:grpSpPr>
          <a:xfrm>
            <a:off x="-872740" y="5227212"/>
            <a:ext cx="5761038" cy="523220"/>
            <a:chOff x="6089202" y="1371600"/>
            <a:chExt cx="5761038" cy="52322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4F5665F-EAC7-9937-A35B-278D31AEA6DC}"/>
                </a:ext>
              </a:extLst>
            </p:cNvPr>
            <p:cNvCxnSpPr/>
            <p:nvPr userDrawn="1"/>
          </p:nvCxnSpPr>
          <p:spPr>
            <a:xfrm>
              <a:off x="7298267" y="1778000"/>
              <a:ext cx="3344333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473E0DC-1975-0879-4F25-3D9174E7D3C3}"/>
                </a:ext>
              </a:extLst>
            </p:cNvPr>
            <p:cNvSpPr txBox="1"/>
            <p:nvPr userDrawn="1"/>
          </p:nvSpPr>
          <p:spPr>
            <a:xfrm>
              <a:off x="6089202" y="1371600"/>
              <a:ext cx="57610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#GrowBetterTogether</a:t>
              </a:r>
            </a:p>
          </p:txBody>
        </p:sp>
      </p:grpSp>
      <p:pic>
        <p:nvPicPr>
          <p:cNvPr id="21" name="Picture 20" descr="Microsoft Most Valuable Professionals Program - Credly">
            <a:extLst>
              <a:ext uri="{FF2B5EF4-FFF2-40B4-BE49-F238E27FC236}">
                <a16:creationId xmlns:a16="http://schemas.microsoft.com/office/drawing/2014/main" id="{FF342F2D-7481-86FD-9D63-6F21ED892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2251" y="1745886"/>
            <a:ext cx="711894" cy="711894"/>
          </a:xfrm>
          <a:prstGeom prst="rect">
            <a:avLst/>
          </a:prstGeom>
        </p:spPr>
      </p:pic>
      <p:sp>
        <p:nvSpPr>
          <p:cNvPr id="23" name="Month 1">
            <a:extLst>
              <a:ext uri="{FF2B5EF4-FFF2-40B4-BE49-F238E27FC236}">
                <a16:creationId xmlns:a16="http://schemas.microsoft.com/office/drawing/2014/main" id="{E484B6CB-BE2A-1330-ED0D-39CD031C3D2F}"/>
              </a:ext>
            </a:extLst>
          </p:cNvPr>
          <p:cNvSpPr/>
          <p:nvPr/>
        </p:nvSpPr>
        <p:spPr>
          <a:xfrm>
            <a:off x="300038" y="5830013"/>
            <a:ext cx="3681412" cy="420000"/>
          </a:xfrm>
          <a:prstGeom prst="roundRect">
            <a:avLst>
              <a:gd name="adj" fmla="val 50000"/>
            </a:avLst>
          </a:prstGeom>
          <a:solidFill>
            <a:srgbClr val="09376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+mn-lt"/>
              </a:rPr>
              <a:t>Month 1</a:t>
            </a:r>
          </a:p>
        </p:txBody>
      </p:sp>
      <p:sp>
        <p:nvSpPr>
          <p:cNvPr id="25" name="Dot 1">
            <a:extLst>
              <a:ext uri="{FF2B5EF4-FFF2-40B4-BE49-F238E27FC236}">
                <a16:creationId xmlns:a16="http://schemas.microsoft.com/office/drawing/2014/main" id="{B9658712-7BA9-23EC-4FC4-505EA018AE88}"/>
              </a:ext>
            </a:extLst>
          </p:cNvPr>
          <p:cNvSpPr/>
          <p:nvPr/>
        </p:nvSpPr>
        <p:spPr>
          <a:xfrm>
            <a:off x="4149720" y="5904525"/>
            <a:ext cx="280000" cy="280000"/>
          </a:xfrm>
          <a:prstGeom prst="ellipse">
            <a:avLst/>
          </a:prstGeom>
          <a:solidFill>
            <a:srgbClr val="09376E"/>
          </a:solidFill>
          <a:ln w="19050"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746381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BalticSummitColours">
      <a:dk1>
        <a:srgbClr val="09376E"/>
      </a:dk1>
      <a:lt1>
        <a:sysClr val="window" lastClr="FFFFFF"/>
      </a:lt1>
      <a:dk2>
        <a:srgbClr val="09376E"/>
      </a:dk2>
      <a:lt2>
        <a:srgbClr val="D9D9D9"/>
      </a:lt2>
      <a:accent1>
        <a:srgbClr val="FFBD63"/>
      </a:accent1>
      <a:accent2>
        <a:srgbClr val="538BAC"/>
      </a:accent2>
      <a:accent3>
        <a:srgbClr val="7AD285"/>
      </a:accent3>
      <a:accent4>
        <a:srgbClr val="FF3131"/>
      </a:accent4>
      <a:accent5>
        <a:srgbClr val="FFFFFF"/>
      </a:accent5>
      <a:accent6>
        <a:srgbClr val="09376E"/>
      </a:accent6>
      <a:hlink>
        <a:srgbClr val="FFFFFF"/>
      </a:hlink>
      <a:folHlink>
        <a:srgbClr val="538BAC"/>
      </a:folHlink>
    </a:clrScheme>
    <a:fontScheme name="BalticSummit Fonts">
      <a:majorFont>
        <a:latin typeface="Garet"/>
        <a:ea typeface=""/>
        <a:cs typeface=""/>
      </a:majorFont>
      <a:minorFont>
        <a:latin typeface="Gare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C2AE2A1CEAF24A9E9426CD62EFF6D0" ma:contentTypeVersion="15" ma:contentTypeDescription="Create a new document." ma:contentTypeScope="" ma:versionID="35db1ee27c00b4d2e39365ef9e6f46cf">
  <xsd:schema xmlns:xsd="http://www.w3.org/2001/XMLSchema" xmlns:xs="http://www.w3.org/2001/XMLSchema" xmlns:p="http://schemas.microsoft.com/office/2006/metadata/properties" xmlns:ns2="697f3552-ffbd-4ff1-a45e-75473e0018a3" xmlns:ns3="d2a08077-3810-4939-8eeb-74350228fb56" targetNamespace="http://schemas.microsoft.com/office/2006/metadata/properties" ma:root="true" ma:fieldsID="23df0051b7c2ae0cad93ec1541b242b5" ns2:_="" ns3:_="">
    <xsd:import namespace="697f3552-ffbd-4ff1-a45e-75473e0018a3"/>
    <xsd:import namespace="d2a08077-3810-4939-8eeb-74350228fb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7f3552-ffbd-4ff1-a45e-75473e0018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f371a6b-27c1-499d-8092-3148cde74f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08077-3810-4939-8eeb-74350228fb5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29c771b-a7a8-4238-abe7-9e4619fcfad2}" ma:internalName="TaxCatchAll" ma:showField="CatchAllData" ma:web="d2a08077-3810-4939-8eeb-74350228fb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7f3552-ffbd-4ff1-a45e-75473e0018a3">
      <Terms xmlns="http://schemas.microsoft.com/office/infopath/2007/PartnerControls"/>
    </lcf76f155ced4ddcb4097134ff3c332f>
    <TaxCatchAll xmlns="d2a08077-3810-4939-8eeb-74350228fb56" xsi:nil="true"/>
  </documentManagement>
</p:properties>
</file>

<file path=customXml/itemProps1.xml><?xml version="1.0" encoding="utf-8"?>
<ds:datastoreItem xmlns:ds="http://schemas.openxmlformats.org/officeDocument/2006/customXml" ds:itemID="{136E785D-8D7C-4B39-AE77-E70820083D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7f3552-ffbd-4ff1-a45e-75473e0018a3"/>
    <ds:schemaRef ds:uri="d2a08077-3810-4939-8eeb-74350228fb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B97654-22D5-4AD3-BFAD-8715B0FA70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AEBF42-73B1-499A-8139-62E45CC85514}">
  <ds:schemaRefs>
    <ds:schemaRef ds:uri="http://schemas.microsoft.com/office/2006/metadata/properties"/>
    <ds:schemaRef ds:uri="http://schemas.microsoft.com/office/infopath/2007/PartnerControls"/>
    <ds:schemaRef ds:uri="697f3552-ffbd-4ff1-a45e-75473e0018a3"/>
    <ds:schemaRef ds:uri="d2a08077-3810-4939-8eeb-74350228fb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139</Words>
  <Application>Microsoft Office PowerPoint</Application>
  <PresentationFormat>Widescreen</PresentationFormat>
  <Paragraphs>59</Paragraphs>
  <Slides>17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1_Custom Design</vt:lpstr>
      <vt:lpstr>PRESENTATION TITLE</vt:lpstr>
      <vt:lpstr>Sponsors’s page place holder</vt:lpstr>
      <vt:lpstr>AGENDA</vt:lpstr>
      <vt:lpstr>TITLE OF THIS SECTION</vt:lpstr>
      <vt:lpstr>TITLE</vt:lpstr>
      <vt:lpstr>TITLE</vt:lpstr>
      <vt:lpstr>TITLE</vt:lpstr>
      <vt:lpstr>PowerPoint Presentation</vt:lpstr>
      <vt:lpstr>PowerPoint Presentation</vt:lpstr>
      <vt:lpstr>PowerPoint Presentation</vt:lpstr>
      <vt:lpstr>TITLE</vt:lpstr>
      <vt:lpstr>TITLE</vt:lpstr>
      <vt:lpstr>PowerPoint Presentation</vt:lpstr>
      <vt:lpstr>Add the quotation here. Keep it short, punchy and memorable — two lines work best on this layout.</vt:lpstr>
      <vt:lpstr>PowerPoint Presentation</vt:lpstr>
      <vt:lpstr>PowerPoint Presentation</vt:lpstr>
      <vt:lpstr>Additional elements you can copy and paste them to other slides if needed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Natalia Kuroś</dc:creator>
  <cp:lastModifiedBy>Michal Ziemba</cp:lastModifiedBy>
  <cp:revision>2</cp:revision>
  <dcterms:created xsi:type="dcterms:W3CDTF">2026-08-31T14:39:46Z</dcterms:created>
  <dcterms:modified xsi:type="dcterms:W3CDTF">2026-09-19T14:01:56Z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0x0101006EC2AE2A1CEAF24A9E9426CD62EFF6D0</vt:lpwstr>
  </property>
  <property fmtid="{D5CDD505-2E9C-101B-9397-08002B2CF9AE}" pid="3" name="MediaServiceImageTags">
    <vt:lpwstr/>
  </property>
</Properties>
</file>